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A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0" d="100"/>
          <a:sy n="70" d="100"/>
        </p:scale>
        <p:origin x="-966" y="-6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FF0000"/>
          </a:solidFill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КУРСОВОЙ ПРОЕКТ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/>
              <a:t>Разработка автоматизированной информационной системы </a:t>
            </a:r>
            <a:r>
              <a:rPr lang="ru-RU" b="1" dirty="0" smtClean="0"/>
              <a:t>доставки суши </a:t>
            </a:r>
            <a:r>
              <a:rPr lang="ru-RU" b="1" dirty="0"/>
              <a:t>на базе платформы .NET</a:t>
            </a:r>
            <a:r>
              <a:rPr lang="ru-RU" b="1" dirty="0" smtClean="0"/>
              <a:t>.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и науки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66425014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xmlns="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xmlns="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Выполнил: </a:t>
                      </a:r>
                      <a:r>
                        <a:rPr lang="ru-RU" baseline="0" dirty="0" smtClean="0"/>
                        <a:t>Сливин Кирилл Александрович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 smtClean="0"/>
                        <a:t>Руководитель:</a:t>
                      </a:r>
                      <a:r>
                        <a:rPr lang="ru-RU" baseline="0" dirty="0" smtClean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xmlns="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Актуальность темы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2450" y="1828800"/>
            <a:ext cx="11087100" cy="4013200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Современные предприятия общественного питания оказывают широкий спектр услуг, включая доставку готовых блюд, организацию заказов и обслуживание клиентов. При этом часто возникают трудности с ведением учета заказов и их обработкой в ручном режиме, что увеличивает время обслуживания и может приводить к ошибкам. Для решения данных проблем необходима автоматизированная информационная система.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254000"/>
            <a:ext cx="12192000" cy="955675"/>
          </a:xfrm>
          <a:solidFill>
            <a:srgbClr val="FF0000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Обоснование выбора среды разработки и </a:t>
            </a:r>
            <a:r>
              <a:rPr lang="ru-RU" sz="4000" dirty="0">
                <a:solidFill>
                  <a:schemeClr val="bg1"/>
                </a:solidFill>
              </a:rPr>
              <a:t>способа организации входных и выходных данных</a:t>
            </a:r>
          </a:p>
        </p:txBody>
      </p:sp>
      <p:pic>
        <p:nvPicPr>
          <p:cNvPr id="1030" name="Picture 6" descr="https://softmap.ru/upload/iblock/e54/e54939d4e36e17534d4c8d1c8b05c2e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05174" y="1987324"/>
            <a:ext cx="1190369" cy="119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logo-download.com/wp-content/data/images/png/MonoDevelop-logo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822" t="15953" r="26811" b="23958"/>
          <a:stretch/>
        </p:blipFill>
        <p:spPr bwMode="auto">
          <a:xfrm>
            <a:off x="7686958" y="1961036"/>
            <a:ext cx="1561817" cy="134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miro.medium.com/max/1200/1*sXIXxTtZPaylbQMgsbI4G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32716" y="1729328"/>
            <a:ext cx="3624133" cy="17063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logo-download.com/wp-content/data/images/png/C++-logo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9054" t="14795" r="29175" b="15280"/>
          <a:stretch/>
        </p:blipFill>
        <p:spPr bwMode="auto">
          <a:xfrm>
            <a:off x="3611455" y="4561119"/>
            <a:ext cx="1194874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logos-download.com/wp-content/uploads/2016/10/Python_logo_icon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2240" y="4486297"/>
            <a:ext cx="1338566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s://www.pinclipart.com/picdir/big/7-77612_microsoft-access-microsoft-access-logo-clipart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72508" y="4780533"/>
            <a:ext cx="1128939" cy="110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i0.wp.com/losst.ru/wp-content/uploads/2016/12/sqlite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26963" y="4705764"/>
            <a:ext cx="1880807" cy="125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2" descr="https://24x7servermanagement.com/wp-content/uploads/2016/09/mysql-logo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14589" y="4335444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1770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Диаграмма вариантов использования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9132" y="1638300"/>
            <a:ext cx="5907088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27146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Диаграмма деятельности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4111" y="1739640"/>
            <a:ext cx="7602538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19031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Структура БД – </a:t>
            </a:r>
            <a:r>
              <a:rPr lang="en-US" sz="4000" dirty="0" smtClean="0">
                <a:solidFill>
                  <a:schemeClr val="bg1"/>
                </a:solidFill>
              </a:rPr>
              <a:t>E</a:t>
            </a:r>
            <a:r>
              <a:rPr lang="en-US" sz="4000" dirty="0">
                <a:solidFill>
                  <a:schemeClr val="bg1"/>
                </a:solidFill>
              </a:rPr>
              <a:t>R</a:t>
            </a:r>
            <a:r>
              <a:rPr lang="ru-RU" sz="4000" dirty="0" smtClean="0">
                <a:solidFill>
                  <a:schemeClr val="bg1"/>
                </a:solidFill>
              </a:rPr>
              <a:t>-диаграмма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70496" y="1487606"/>
            <a:ext cx="5991367" cy="5090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11254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546" y="2511189"/>
            <a:ext cx="2745493" cy="1629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46961" y="1214651"/>
            <a:ext cx="4746625" cy="531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38370" y="1435100"/>
            <a:ext cx="3767529" cy="48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8585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6098" y="1323833"/>
            <a:ext cx="4265771" cy="4230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308" y="1405720"/>
            <a:ext cx="2273300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91037" y="1487604"/>
            <a:ext cx="4641656" cy="3966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28861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FF000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smtClean="0">
                <a:solidFill>
                  <a:schemeClr val="bg1"/>
                </a:solidFill>
              </a:rPr>
              <a:t>Программные модули</a:t>
            </a:r>
            <a:endParaRPr lang="ru-RU" sz="4000" dirty="0" smtClean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42197"/>
            <a:ext cx="2273300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4711" y="1392071"/>
            <a:ext cx="4873625" cy="492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05687" y="1528550"/>
            <a:ext cx="4786313" cy="270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77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FF000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smtClean="0">
                <a:solidFill>
                  <a:schemeClr val="bg1"/>
                </a:solidFill>
              </a:rPr>
              <a:t>Программные модули</a:t>
            </a:r>
            <a:endParaRPr lang="ru-RU" sz="4000" dirty="0" smtClean="0">
              <a:solidFill>
                <a:schemeClr val="bg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73004" y="1241946"/>
            <a:ext cx="4478978" cy="3557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0626" y="1542197"/>
            <a:ext cx="47466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24884" y="4874695"/>
            <a:ext cx="3002390" cy="1792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254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FF000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3880" y="1378424"/>
            <a:ext cx="5168900" cy="458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6727" y="1225146"/>
            <a:ext cx="3727262" cy="2915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5659" y="4258101"/>
            <a:ext cx="5950423" cy="2599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0732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FF000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Применяемые меры защиты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41161" y="1384085"/>
            <a:ext cx="300902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прав доступа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581358" y="1558567"/>
            <a:ext cx="3847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авторизации ввод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capcha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после первой неудачной авторизации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920287" y="4697583"/>
            <a:ext cx="324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при его вводе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07777" y="4479566"/>
            <a:ext cx="4188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записей из базы данных или корзины осуществляется только после подтверждения </a:t>
            </a:r>
            <a:endParaRPr lang="ru-RU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0310" y="2251882"/>
            <a:ext cx="2745493" cy="1629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63498" y="2324250"/>
            <a:ext cx="3345028" cy="1972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34038" y="5384231"/>
            <a:ext cx="18669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76827" y="5430008"/>
            <a:ext cx="29908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3816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0575" y="1519706"/>
            <a:ext cx="10706100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процессе написание программного обеспечения использовался язык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# и база данных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MySql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были усовершенствованы навыки в работе с этим языком программирования и базой данных. Также были получены новые знания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rgbClr val="FF0000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81051" y="3185484"/>
            <a:ext cx="107061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0385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Внедрение программного обеспечения в организацию должно происходить постепенно. Сначала будет установлена тестовая версия программы, для изучения работы программы сотрудниками</a:t>
            </a: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540385" algn="just">
              <a:lnSpc>
                <a:spcPct val="150000"/>
              </a:lnSpc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дальнейшем планируется усовершенствования программы. </a:t>
            </a:r>
            <a:r>
              <a:rPr lang="ru-RU" sz="2000" dirty="0" smtClean="0">
                <a:latin typeface="Times New Roman"/>
                <a:ea typeface="Calibri"/>
                <a:cs typeface="Times New Roman"/>
              </a:rPr>
              <a:t>Реализовать функции «Импорт» и</a:t>
            </a:r>
            <a:r>
              <a:rPr lang="en-US" sz="2000" dirty="0" smtClean="0"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ea typeface="Calibri"/>
                <a:cs typeface="Times New Roman"/>
              </a:rPr>
              <a:t>«Экспорт» данных  в других форматах, </a:t>
            </a:r>
            <a:r>
              <a:rPr lang="ru-RU" sz="2000" dirty="0" smtClean="0">
                <a:latin typeface="Times New Roman"/>
                <a:ea typeface="Calibri"/>
                <a:cs typeface="Times New Roman"/>
              </a:rPr>
              <a:t>например</a:t>
            </a:r>
            <a:r>
              <a:rPr lang="en-US" sz="2000" dirty="0" smtClean="0"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ea typeface="Calibri"/>
                <a:cs typeface="Times New Roman"/>
              </a:rPr>
              <a:t>.</a:t>
            </a:r>
            <a:r>
              <a:rPr lang="en-US" sz="2000" dirty="0" err="1" smtClean="0">
                <a:latin typeface="Times New Roman"/>
                <a:ea typeface="Calibri"/>
                <a:cs typeface="Times New Roman"/>
              </a:rPr>
              <a:t>csv</a:t>
            </a:r>
            <a:r>
              <a:rPr lang="ru-RU" sz="2000" dirty="0" smtClean="0">
                <a:latin typeface="Times New Roman"/>
                <a:ea typeface="Calibri"/>
                <a:cs typeface="Times New Roman"/>
              </a:rPr>
              <a:t>;</a:t>
            </a:r>
            <a:r>
              <a:rPr lang="en-US" sz="2000" dirty="0" smtClean="0"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dirty="0" smtClean="0">
                <a:ea typeface="Calibri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ea typeface="Calibri"/>
                <a:cs typeface="Times New Roman"/>
              </a:rPr>
              <a:t>Резервное копирование должно быть</a:t>
            </a:r>
            <a:r>
              <a:rPr lang="en-US" sz="2000" dirty="0" smtClean="0"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dirty="0" smtClean="0">
                <a:latin typeface="Times New Roman"/>
                <a:ea typeface="Calibri"/>
                <a:cs typeface="Times New Roman"/>
              </a:rPr>
              <a:t>выполнено как в автоматическом, так и в ручном режиме.</a:t>
            </a:r>
            <a:endParaRPr lang="ru-RU" sz="1600" dirty="0" smtClean="0">
              <a:ea typeface="Calibri"/>
              <a:cs typeface="Times New Roman"/>
            </a:endParaRPr>
          </a:p>
          <a:p>
            <a:pPr lvl="0" indent="540385" algn="just">
              <a:lnSpc>
                <a:spcPct val="150000"/>
              </a:lnSpc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226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</TotalTime>
  <Words>254</Words>
  <Application>Microsoft Office PowerPoint</Application>
  <PresentationFormat>Произвольный</PresentationFormat>
  <Paragraphs>32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КУРСОВОЙ ПРОЕКТ</vt:lpstr>
      <vt:lpstr>Актуальность темы</vt:lpstr>
      <vt:lpstr>Обоснование выбора среды разработки и способа организации входных и выходных данных</vt:lpstr>
      <vt:lpstr>Диаграмма вариантов использования</vt:lpstr>
      <vt:lpstr>Диаграмма деятельности</vt:lpstr>
      <vt:lpstr>Структура БД – ER-диаграмма</vt:lpstr>
      <vt:lpstr>Программные модули</vt:lpstr>
      <vt:lpstr>Программные модули</vt:lpstr>
      <vt:lpstr>Слайд 9</vt:lpstr>
      <vt:lpstr>Слайд 10</vt:lpstr>
      <vt:lpstr>Слайд 11</vt:lpstr>
      <vt:lpstr>Слайд 12</vt:lpstr>
      <vt:lpstr>Слайд 13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k</cp:lastModifiedBy>
  <cp:revision>31</cp:revision>
  <dcterms:created xsi:type="dcterms:W3CDTF">2022-06-15T10:15:27Z</dcterms:created>
  <dcterms:modified xsi:type="dcterms:W3CDTF">2026-03-13T04:19:56Z</dcterms:modified>
</cp:coreProperties>
</file>